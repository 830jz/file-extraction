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测试PowerPoint文档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用于测试PPT文件的读取功能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python-pptx库可以读取PowerPoint文档中的文本内容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